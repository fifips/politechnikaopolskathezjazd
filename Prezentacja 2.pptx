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4"/>
  </p:sldMasterIdLst>
  <p:notesMasterIdLst>
    <p:notesMasterId r:id="rId17"/>
  </p:notesMasterIdLst>
  <p:handoutMasterIdLst>
    <p:handoutMasterId r:id="rId18"/>
  </p:handoutMasterIdLst>
  <p:sldIdLst>
    <p:sldId id="1519" r:id="rId5"/>
    <p:sldId id="1520" r:id="rId6"/>
    <p:sldId id="1499" r:id="rId7"/>
    <p:sldId id="1525" r:id="rId8"/>
    <p:sldId id="1526" r:id="rId9"/>
    <p:sldId id="1527" r:id="rId10"/>
    <p:sldId id="1528" r:id="rId11"/>
    <p:sldId id="1529" r:id="rId12"/>
    <p:sldId id="1530" r:id="rId13"/>
    <p:sldId id="1524" r:id="rId14"/>
    <p:sldId id="1517" r:id="rId15"/>
    <p:sldId id="15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A4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5210C-AE6E-2781-F407-E2EABD396885}" v="1751" dt="2026-10-23T21:38:47.590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26" autoAdjust="0"/>
    <p:restoredTop sz="94618"/>
  </p:normalViewPr>
  <p:slideViewPr>
    <p:cSldViewPr snapToGrid="0">
      <p:cViewPr>
        <p:scale>
          <a:sx n="100" d="100"/>
          <a:sy n="100" d="100"/>
        </p:scale>
        <p:origin x="-1190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90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5109526"/>
            <a:ext cx="10923936" cy="641279"/>
          </a:xfrm>
        </p:spPr>
        <p:txBody>
          <a:bodyPr anchor="b">
            <a:noAutofit/>
          </a:bodyPr>
          <a:lstStyle>
            <a:lvl1pPr algn="l">
              <a:defRPr sz="5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7" name="Subtitle 2">
            <a:extLst>
              <a:ext uri="{FF2B5EF4-FFF2-40B4-BE49-F238E27FC236}">
                <a16:creationId xmlns:a16="http://schemas.microsoft.com/office/drawing/2014/main" id="{CDE85611-F29A-5B31-8523-08B6A1185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5811724"/>
            <a:ext cx="10923936" cy="40929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 t="-40" b="-40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700589" y="6212217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7524BB-F0A6-4140-A8AB-1C8A7E34AB03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09325" y="6221013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780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/>
          <a:p>
            <a:fld id="{7E574385-C0BA-734A-92FC-17834D8EB701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4096" y="1016954"/>
            <a:ext cx="4306487" cy="3345811"/>
          </a:xfrm>
        </p:spPr>
        <p:txBody>
          <a:bodyPr anchor="b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4095" y="4743765"/>
            <a:ext cx="4333869" cy="147923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 l="-32" r="-32"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4097" y="0"/>
            <a:ext cx="244791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5846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6C3E8657-ED4F-2349-80D5-3F1287888601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25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1001715"/>
            <a:ext cx="4714880" cy="3360095"/>
          </a:xfrm>
        </p:spPr>
        <p:txBody>
          <a:bodyPr anchor="t">
            <a:noAutofit/>
          </a:bodyPr>
          <a:lstStyle>
            <a:lvl1pPr algn="l">
              <a:defRPr sz="6000" u="sng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728526"/>
            <a:ext cx="4714880" cy="14944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34030" y="3586"/>
            <a:ext cx="315476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845379" y="3586"/>
            <a:ext cx="89831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A7185-3F7E-9249-BB9E-706C38E229B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00270" y="3586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576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011936"/>
            <a:ext cx="7538425" cy="3172503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6000" u="sng" cap="all" baseline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7" y="4728525"/>
            <a:ext cx="7538425" cy="1494475"/>
          </a:xfrm>
        </p:spPr>
        <p:txBody>
          <a:bodyPr anchor="b">
            <a:norm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99A48728-1D9C-2F4B-9F0A-BC2AEDF455B4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7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1011936"/>
            <a:ext cx="8095016" cy="3335590"/>
          </a:xfrm>
        </p:spPr>
        <p:txBody>
          <a:bodyPr anchor="b">
            <a:normAutofit/>
          </a:bodyPr>
          <a:lstStyle>
            <a:lvl1pPr algn="l">
              <a:defRPr sz="6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8095015" cy="11175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5FDA9-B56F-3D40-BA5C-830FD973E5D1}" type="datetime1">
              <a:rPr lang="en-US" smtClean="0"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958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2" y="1011936"/>
            <a:ext cx="7924802" cy="3350830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3602" y="4728526"/>
            <a:ext cx="7924801" cy="111753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4B425-AD26-2748-9379-4D52F1178C82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85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2050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2AC2E79-609C-0D1A-9B21-608288E7C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7152035" cy="5588001"/>
          </a:xfrm>
        </p:spPr>
        <p:txBody>
          <a:bodyPr anchor="b">
            <a:normAutofit/>
          </a:bodyPr>
          <a:lstStyle>
            <a:lvl1pPr algn="l">
              <a:defRPr sz="75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3C4BE1-6BC7-07DF-D465-C3B7FD2F9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677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505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1748474"/>
            <a:ext cx="7538425" cy="4474526"/>
          </a:xfrm>
        </p:spPr>
        <p:txBody>
          <a:bodyPr anchor="b">
            <a:normAutofit/>
          </a:bodyPr>
          <a:lstStyle>
            <a:lvl1pPr algn="l"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2758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5652464" cy="2613336"/>
          </a:xfrm>
        </p:spPr>
        <p:txBody>
          <a:bodyPr anchor="b"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2758A-C3D6-E84B-B3E9-757EFEF52D55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3996050"/>
            <a:ext cx="5652464" cy="22269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DEE8CE2C-7AFC-E265-19EB-F76884D599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3095" y="630936"/>
            <a:ext cx="4714870" cy="5592064"/>
          </a:xfrm>
          <a:blipFill dpi="0" rotWithShape="1">
            <a:blip r:embed="rId2">
              <a:alphaModFix amt="60000"/>
            </a:blip>
            <a:srcRect/>
            <a:stretch>
              <a:fillRect l="-40" r="-40"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77910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01715"/>
            <a:ext cx="4663440" cy="2241233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7112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EEECD8D-53A7-3A4F-8909-5ECB0FEF37FB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3623950"/>
            <a:ext cx="4663440" cy="2539106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7243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2129475"/>
            <a:ext cx="4719430" cy="2599051"/>
          </a:xfrm>
        </p:spPr>
        <p:txBody>
          <a:bodyPr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07E3B5C-D099-9543-A57D-129299D311F4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3095" y="2129475"/>
            <a:ext cx="4158283" cy="2599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48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748474"/>
            <a:ext cx="4328498" cy="3726812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DDB5BF-28B0-5C4D-A64A-E611B8C77204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748473"/>
            <a:ext cx="6209053" cy="37268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917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81759"/>
            <a:ext cx="4347849" cy="4841241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82B860-5E2A-1340-A6D3-E276E55F2222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381759"/>
            <a:ext cx="6209054" cy="484124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128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001715"/>
            <a:ext cx="4347850" cy="4855526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676C7A-4B29-7743-AB3A-5EEF28262A7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1001715"/>
            <a:ext cx="6209053" cy="48555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1574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2" y="1001715"/>
            <a:ext cx="3385529" cy="5221285"/>
          </a:xfrm>
        </p:spPr>
        <p:txBody>
          <a:bodyPr>
            <a:norm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826AE1-158D-A74A-A5C8-25E57C484C69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05935" y="1001715"/>
            <a:ext cx="7152029" cy="522128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73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127760"/>
          </a:xfrm>
        </p:spPr>
        <p:txBody>
          <a:bodyPr>
            <a:noAutofit/>
          </a:bodyPr>
          <a:lstStyle>
            <a:lvl1pPr>
              <a:defRPr sz="6000" u="sng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432849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72014" y="0"/>
            <a:ext cx="9429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1EC562-4E50-D34B-8F39-5DD0D018EB66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3" y="0"/>
            <a:ext cx="556592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029" y="2495234"/>
            <a:ext cx="10923935" cy="372776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785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8481400" cy="1484254"/>
          </a:xfrm>
        </p:spPr>
        <p:txBody>
          <a:bodyPr anchor="t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DD5DD5-92AA-6440-87DE-277C532BE8A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9" y="2877190"/>
            <a:ext cx="8481400" cy="334581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>
                <a:solidFill>
                  <a:schemeClr val="tx1"/>
                </a:solidFill>
              </a:defRPr>
            </a:lvl1pPr>
            <a:lvl2pPr marL="685800" indent="-457200"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3pPr>
            <a:lvl4pPr marL="1028700" indent="-342900">
              <a:buFont typeface="+mj-lt"/>
              <a:buAutoNum type="arabicPeriod"/>
              <a:defRPr sz="1600">
                <a:solidFill>
                  <a:schemeClr val="tx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0827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8911" y="1001714"/>
            <a:ext cx="6209053" cy="1122374"/>
          </a:xfrm>
        </p:spPr>
        <p:txBody>
          <a:bodyPr anchor="t"/>
          <a:lstStyle>
            <a:lvl1pPr>
              <a:defRPr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6" y="0"/>
            <a:ext cx="2828918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C78A78-9BD4-2540-9BAB-27AD9352B454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90490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8911" y="2496189"/>
            <a:ext cx="6209053" cy="372681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538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209066" cy="11214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8134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59766" y="0"/>
            <a:ext cx="896113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5BCBD1-B884-5B4C-ACE8-81AA2A39E888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209066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2823" y="0"/>
            <a:ext cx="492917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877176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936" y="1001714"/>
            <a:ext cx="7152028" cy="1122374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1954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71664" y="0"/>
            <a:ext cx="280034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00589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61CBF7-6530-194B-9FC2-12E7E7738880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2496189"/>
            <a:ext cx="7152028" cy="37268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263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4"/>
            <a:ext cx="6587506" cy="1112519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8" y="2495234"/>
            <a:ext cx="6595451" cy="372776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34028" y="0"/>
            <a:ext cx="3177059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FA5E271-D672-F147-B371-ABF5E56F00E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800269" y="0"/>
            <a:ext cx="548641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2454" y="0"/>
            <a:ext cx="401954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38457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9803"/>
            <a:ext cx="4714869" cy="1109672"/>
          </a:xfrm>
        </p:spPr>
        <p:txBody>
          <a:bodyPr anchor="t"/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3095" y="0"/>
            <a:ext cx="2828918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0581" y="0"/>
            <a:ext cx="914407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CC79DE5A-E0D1-2647-9D82-FBDAE5DFB807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514279"/>
            <a:ext cx="4714869" cy="3708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300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4714881" cy="1108746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515204"/>
            <a:ext cx="4714881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30190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69D102-A2FD-8743-85DB-14F8D0C32AC3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70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333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095" y="1011935"/>
            <a:ext cx="4714869" cy="1112153"/>
          </a:xfrm>
        </p:spPr>
        <p:txBody>
          <a:bodyPr anchor="b"/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3237" y="0"/>
            <a:ext cx="283687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87910" y="0"/>
            <a:ext cx="92708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F1854-4AF0-ED49-AE83-182A816927B5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630936"/>
            <a:ext cx="5652469" cy="559206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61021" y="2496190"/>
            <a:ext cx="4696943" cy="372680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639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4714880" cy="1121417"/>
          </a:xfrm>
        </p:spPr>
        <p:txBody>
          <a:bodyPr anchor="t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80540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8478" y="0"/>
            <a:ext cx="91440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8F57D1-DD5E-4E44-98C5-7D5639D55A57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0269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495233"/>
            <a:ext cx="4736136" cy="37277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05502" y="0"/>
            <a:ext cx="628649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3856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2921"/>
            <a:ext cx="3385510" cy="1117539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2454" y="0"/>
            <a:ext cx="173584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911643" y="0"/>
            <a:ext cx="700007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B83C81-A524-F840-ABC9-B6BB50E4A13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3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2515204"/>
            <a:ext cx="3385510" cy="37077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5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01715"/>
            <a:ext cx="3380187" cy="1108746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8" y="0"/>
            <a:ext cx="2083775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23140" y="0"/>
            <a:ext cx="716293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BA8DA53-5E6D-4942-B673-3E50E3C9DB93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65575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2491461"/>
            <a:ext cx="3380313" cy="373153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9990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4" y="994222"/>
            <a:ext cx="3385510" cy="1882967"/>
          </a:xfrm>
        </p:spPr>
        <p:txBody>
          <a:bodyPr anchor="b"/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72455" y="0"/>
            <a:ext cx="1735844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6244" y="0"/>
            <a:ext cx="695406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A35C60-A52E-0F44-95C1-79561B62B391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64F22B5B-7B07-4638-1ED2-E13EDE05C1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4" y="3251766"/>
            <a:ext cx="3385510" cy="297123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200">
                <a:solidFill>
                  <a:schemeClr val="tx1"/>
                </a:solidFill>
              </a:defRPr>
            </a:lvl3pPr>
            <a:lvl4pPr marL="685800" indent="0">
              <a:buNone/>
              <a:defRPr sz="1100">
                <a:solidFill>
                  <a:schemeClr val="tx1"/>
                </a:solidFill>
              </a:defRPr>
            </a:lvl4pPr>
            <a:lvl5pPr marL="914400" indent="0">
              <a:buNone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674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5100628"/>
            <a:ext cx="4328498" cy="1122373"/>
          </a:xfrm>
        </p:spPr>
        <p:txBody>
          <a:bodyPr anchor="t">
            <a:no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72852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0627"/>
            <a:ext cx="6208724" cy="1122373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E8027-836D-F64B-BBF7-A246E67FE0A3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498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4353866"/>
            <a:ext cx="2828932" cy="1869134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4353866"/>
            <a:ext cx="7538412" cy="1869134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6211605"/>
            <a:ext cx="36576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6211605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D38C6B-BFF0-FA48-8F70-77BDD72A014D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6211605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2022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627443"/>
            <a:ext cx="2828926" cy="1826790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2" y="634999"/>
            <a:ext cx="7538412" cy="1861191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514350" indent="-28575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2pPr>
            <a:lvl3pPr marL="7429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57250" indent="-171450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4pPr>
            <a:lvl5pPr marL="1085850" indent="-1714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029" y="0"/>
            <a:ext cx="2805405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08540" y="0"/>
            <a:ext cx="91440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0AF01B-D893-9C4D-8AB8-7E6079CED5E9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9324" y="0"/>
            <a:ext cx="548640" cy="63093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25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011936"/>
            <a:ext cx="10945318" cy="745437"/>
          </a:xfrm>
        </p:spPr>
        <p:txBody>
          <a:bodyPr anchor="t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4623E1-10D5-C048-8991-E2228A964ED1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129474"/>
            <a:ext cx="6230450" cy="40935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4097" y="2129474"/>
            <a:ext cx="4333867" cy="41281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99039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5"/>
            <a:ext cx="4714881" cy="1121418"/>
          </a:xfrm>
        </p:spPr>
        <p:txBody>
          <a:bodyPr>
            <a:normAutofit/>
          </a:bodyPr>
          <a:lstStyle>
            <a:lvl1pPr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DB6E09-373C-2841-960E-B24A18A7C55D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8" y="2495234"/>
            <a:ext cx="4706938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9" y="1001715"/>
            <a:ext cx="5292853" cy="522128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153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96695"/>
            <a:ext cx="3771907" cy="1126438"/>
          </a:xfrm>
        </p:spPr>
        <p:txBody>
          <a:bodyPr anchor="t">
            <a:normAutofit/>
          </a:bodyPr>
          <a:lstStyle>
            <a:lvl1pPr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CB72DF-080D-4042-863C-D2B08AB5E1E8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9" y="2495234"/>
            <a:ext cx="3717934" cy="372776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2" y="1005779"/>
            <a:ext cx="6615116" cy="530294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618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6" y="4531056"/>
            <a:ext cx="6209067" cy="1691943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5D9B6A-47DB-D845-97C7-9775E46E650D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027" y="630937"/>
            <a:ext cx="6209067" cy="350433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9479" y="630937"/>
            <a:ext cx="4328485" cy="559206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2pPr>
            <a:lvl3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600" b="0" i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08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15" y="5109526"/>
            <a:ext cx="6209079" cy="1113474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2" y="1011935"/>
            <a:ext cx="10923942" cy="3716591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56780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11347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5"/>
            <a:ext cx="10923935" cy="3716591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3748766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3" y="5109526"/>
            <a:ext cx="7916856" cy="124555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10923935" cy="3665730"/>
          </a:xfrm>
        </p:spPr>
        <p:txBody>
          <a:bodyPr anchor="t">
            <a:noAutofit/>
          </a:bodyPr>
          <a:lstStyle>
            <a:lvl1pPr marL="0" indent="0" algn="ctr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35409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4781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508" y="1001715"/>
            <a:ext cx="3393455" cy="5221285"/>
          </a:xfrm>
        </p:spPr>
        <p:txBody>
          <a:bodyPr anchor="b">
            <a:normAutofit/>
          </a:bodyPr>
          <a:lstStyle>
            <a:lvl1pPr algn="l">
              <a:lnSpc>
                <a:spcPct val="110000"/>
              </a:lnSpc>
              <a:defRPr sz="2000" b="1" i="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40964"/>
            <a:ext cx="7144095" cy="5846064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None/>
              <a:defRPr sz="28000" b="0" i="0" u="sng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67266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95663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A2AD571-8A42-FC4D-8DD1-0DD76ABF057B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001715"/>
            <a:ext cx="8502777" cy="5221286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 u="sng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800" b="1" u="sng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400" b="1" u="sng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4000" b="1" u="sng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600" b="1" u="sng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89875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7007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F588B4-CB59-614E-93AB-9F331D0D8D83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764792"/>
            <a:ext cx="8481400" cy="44582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95408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A8851A9-1959-C54C-A050-24BB5C598FE4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1011936"/>
            <a:ext cx="8481400" cy="521106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40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3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6850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891284"/>
            <a:ext cx="11579352" cy="1133856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432BBD40-9FB7-E148-AC1B-3919D230BEB1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74511" cy="521106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6000" b="1" i="0" u="sng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0430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475284"/>
            <a:ext cx="9037984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7B831F-0525-DF47-A6D2-509FE238C6D0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77004" y="1005779"/>
            <a:ext cx="9037985" cy="4103745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6903786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9066" y="5475285"/>
            <a:ext cx="9045923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3EBDBC-CFAC-9946-A2F3-D6402690E4D2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9066" y="1001715"/>
            <a:ext cx="9053874" cy="4107810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63340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28" y="5475285"/>
            <a:ext cx="9074512" cy="747715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42C378-8FD2-C449-B7AA-6F7022066293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8" y="1011936"/>
            <a:ext cx="9037985" cy="371659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8158825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640203"/>
            <a:ext cx="10923934" cy="1099006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47606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1001715"/>
            <a:ext cx="10923934" cy="747715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000" u="none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5AA9746-49E3-1D49-A044-597FC2272B5D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9" y="2120209"/>
            <a:ext cx="10923935" cy="4102791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60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587229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1010613"/>
            <a:ext cx="10945189" cy="746759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7BE2A0-CBC1-A842-B334-0B3B571BCC28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129474"/>
            <a:ext cx="5271473" cy="40935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3941" y="2129475"/>
            <a:ext cx="5274021" cy="40935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7427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1010614"/>
            <a:ext cx="10923934" cy="746760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4D687F-3261-A345-B9E7-76DD0579BB9D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8" y="2120575"/>
            <a:ext cx="5271474" cy="37561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3940" y="2120575"/>
            <a:ext cx="5274023" cy="37561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28" y="2877190"/>
            <a:ext cx="5266092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0" y="2877190"/>
            <a:ext cx="5271464" cy="33458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6233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11936"/>
            <a:ext cx="10923935" cy="1865254"/>
          </a:xfrm>
        </p:spPr>
        <p:txBody>
          <a:bodyPr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C9DF99-DDC2-894B-B2EC-BE93B405C6CB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5817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E1AAE6-D11F-2F46-A437-EC693200CDD7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33077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6695"/>
            <a:ext cx="3763961" cy="1314426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95903C-EDC1-ED4F-958F-696903391605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8" y="2495234"/>
            <a:ext cx="3763961" cy="3727766"/>
          </a:xfrm>
        </p:spPr>
        <p:txBody>
          <a:bodyPr anchor="t"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474" y="1005779"/>
            <a:ext cx="6604492" cy="521722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50554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30936"/>
            <a:ext cx="3793283" cy="2246253"/>
          </a:xfrm>
        </p:spPr>
        <p:txBody>
          <a:bodyPr anchor="t">
            <a:normAutofit/>
          </a:bodyPr>
          <a:lstStyle>
            <a:lvl1pPr>
              <a:defRPr sz="28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DC713B-25C9-B74A-9BBC-A695A5E98312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21" y="3242949"/>
            <a:ext cx="3763969" cy="3017826"/>
          </a:xfrm>
        </p:spPr>
        <p:txBody>
          <a:bodyPr anchor="b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2523" y="630937"/>
            <a:ext cx="6616830" cy="5592064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264980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8" y="982085"/>
            <a:ext cx="7538425" cy="1895105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D5279E-0E3B-B54D-9B59-E121D9B3AFDB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4028" y="3242949"/>
            <a:ext cx="10923935" cy="298005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394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8481400" cy="1852292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9E747C-1B1C-1345-96BA-B9E64C23A7BC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14097"/>
            <a:ext cx="8481400" cy="1861187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28600" indent="0"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buNone/>
              <a:defRPr sz="1800">
                <a:solidFill>
                  <a:schemeClr val="tx1"/>
                </a:solidFill>
              </a:defRPr>
            </a:lvl3pPr>
            <a:lvl4pPr marL="685800" indent="0">
              <a:buNone/>
              <a:defRPr sz="16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2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381760"/>
            <a:ext cx="7731038" cy="3346766"/>
          </a:xfrm>
        </p:spPr>
        <p:txBody>
          <a:bodyPr anchor="b">
            <a:no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9DA23C4-A9FB-DB4A-B7DD-A0A5161EF3E0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5109526"/>
            <a:ext cx="6595450" cy="1113474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2pPr>
            <a:lvl3pPr marL="4572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3pPr>
            <a:lvl4pPr marL="6858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4pPr>
            <a:lvl5pPr marL="914400" indent="0">
              <a:buNone/>
              <a:defRPr sz="2000" b="1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6027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1001714"/>
            <a:ext cx="10923935" cy="14944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08540" y="0"/>
            <a:ext cx="9144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fld id="{D90E5A07-4FDA-D34C-BE60-17876FEEBAA5}" type="datetime1">
              <a:rPr lang="en-US" smtClean="0"/>
              <a:pPr/>
              <a:t>10/23/2026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029" y="0"/>
            <a:ext cx="365760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9324" y="0"/>
            <a:ext cx="548640" cy="630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29" y="2877190"/>
            <a:ext cx="10923935" cy="334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97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9" r:id="rId5"/>
    <p:sldLayoutId id="2147483780" r:id="rId6"/>
    <p:sldLayoutId id="2147483781" r:id="rId7"/>
    <p:sldLayoutId id="2147483782" r:id="rId8"/>
    <p:sldLayoutId id="2147483832" r:id="rId9"/>
    <p:sldLayoutId id="2147483783" r:id="rId10"/>
    <p:sldLayoutId id="214748383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  <p:sldLayoutId id="2147483800" r:id="rId28"/>
    <p:sldLayoutId id="2147483801" r:id="rId29"/>
    <p:sldLayoutId id="2147483802" r:id="rId30"/>
    <p:sldLayoutId id="2147483803" r:id="rId31"/>
    <p:sldLayoutId id="2147483804" r:id="rId32"/>
    <p:sldLayoutId id="2147483805" r:id="rId33"/>
    <p:sldLayoutId id="2147483806" r:id="rId34"/>
    <p:sldLayoutId id="2147483807" r:id="rId35"/>
    <p:sldLayoutId id="2147483808" r:id="rId36"/>
    <p:sldLayoutId id="2147483809" r:id="rId37"/>
    <p:sldLayoutId id="2147483810" r:id="rId38"/>
    <p:sldLayoutId id="2147483811" r:id="rId39"/>
    <p:sldLayoutId id="2147483812" r:id="rId40"/>
    <p:sldLayoutId id="2147483813" r:id="rId41"/>
    <p:sldLayoutId id="2147483814" r:id="rId42"/>
    <p:sldLayoutId id="2147483834" r:id="rId43"/>
    <p:sldLayoutId id="2147483815" r:id="rId44"/>
    <p:sldLayoutId id="2147483816" r:id="rId45"/>
    <p:sldLayoutId id="2147483817" r:id="rId46"/>
    <p:sldLayoutId id="2147483818" r:id="rId47"/>
    <p:sldLayoutId id="2147483819" r:id="rId48"/>
    <p:sldLayoutId id="2147483820" r:id="rId49"/>
    <p:sldLayoutId id="2147483821" r:id="rId50"/>
    <p:sldLayoutId id="2147483822" r:id="rId51"/>
    <p:sldLayoutId id="2147483835" r:id="rId52"/>
    <p:sldLayoutId id="2147483823" r:id="rId53"/>
    <p:sldLayoutId id="2147483824" r:id="rId54"/>
    <p:sldLayoutId id="2147483825" r:id="rId55"/>
    <p:sldLayoutId id="2147483826" r:id="rId56"/>
    <p:sldLayoutId id="2147483827" r:id="rId57"/>
    <p:sldLayoutId id="2147483828" r:id="rId58"/>
    <p:sldLayoutId id="2147483829" r:id="rId59"/>
    <p:sldLayoutId id="2147483830" r:id="rId60"/>
    <p:sldLayoutId id="2147483831" r:id="rId6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u="sng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608C23-AAC7-24F5-F2C0-159F3F981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9" y="634999"/>
            <a:ext cx="8474059" cy="5588001"/>
          </a:xfrm>
        </p:spPr>
        <p:txBody>
          <a:bodyPr/>
          <a:lstStyle/>
          <a:p>
            <a:r>
              <a:rPr lang="en-US" dirty="0"/>
              <a:t>Gra </a:t>
            </a:r>
            <a:r>
              <a:rPr lang="en-US" dirty="0" err="1"/>
              <a:t>komputerowa</a:t>
            </a:r>
            <a:r>
              <a:rPr lang="en-US" dirty="0"/>
              <a:t> The </a:t>
            </a:r>
            <a:r>
              <a:rPr lang="en-US" dirty="0" err="1"/>
              <a:t>zjazd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DE37C8C-B9EB-77D8-9402-9E66A29BE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2448" y="634999"/>
            <a:ext cx="3385516" cy="1494477"/>
          </a:xfrm>
        </p:spPr>
        <p:txBody>
          <a:bodyPr/>
          <a:lstStyle/>
          <a:p>
            <a:r>
              <a:rPr lang="en-US" dirty="0"/>
              <a:t>Grupa A</a:t>
            </a:r>
            <a:br>
              <a:rPr lang="en-US" dirty="0"/>
            </a:br>
            <a:r>
              <a:rPr lang="en-US" dirty="0" err="1"/>
              <a:t>Zajęcia</a:t>
            </a:r>
            <a:r>
              <a:rPr lang="en-US" dirty="0"/>
              <a:t> 3</a:t>
            </a:r>
            <a:br>
              <a:rPr lang="en-US" dirty="0"/>
            </a:br>
            <a:r>
              <a:rPr lang="en-US" dirty="0"/>
              <a:t>24.10.2026</a:t>
            </a:r>
          </a:p>
        </p:txBody>
      </p:sp>
    </p:spTree>
    <p:extLst>
      <p:ext uri="{BB962C8B-B14F-4D97-AF65-F5344CB8AC3E}">
        <p14:creationId xmlns:p14="http://schemas.microsoft.com/office/powerpoint/2010/main" val="39691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9519-237E-F154-0775-DC5A3CDF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289" y="312782"/>
            <a:ext cx="9013614" cy="26133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Logo </a:t>
            </a:r>
            <a:r>
              <a:rPr lang="en-US" err="1"/>
              <a:t>apllikacji</a:t>
            </a:r>
            <a:endParaRPr lang="en-US" dirty="0" err="1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336E7F5-0D4C-DB80-03AE-10AA91493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8298" y="1386463"/>
            <a:ext cx="10393459" cy="499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79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28" y="391488"/>
            <a:ext cx="7538425" cy="203195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solidFill>
                  <a:srgbClr val="003A41"/>
                </a:solidFill>
              </a:rPr>
              <a:t>User Stories – The </a:t>
            </a:r>
            <a:r>
              <a:rPr lang="en-US" dirty="0" err="1">
                <a:solidFill>
                  <a:srgbClr val="003A41"/>
                </a:solidFill>
              </a:rPr>
              <a:t>Zjazd</a:t>
            </a:r>
            <a:br>
              <a:rPr lang="en-US" dirty="0">
                <a:solidFill>
                  <a:srgbClr val="003A4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5658F-E1B2-63BD-3E4D-8F97E5E41A51}"/>
              </a:ext>
            </a:extLst>
          </p:cNvPr>
          <p:cNvSpPr txBox="1"/>
          <p:nvPr/>
        </p:nvSpPr>
        <p:spPr>
          <a:xfrm>
            <a:off x="741123" y="2202493"/>
            <a:ext cx="1064712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3A41"/>
                </a:solidFill>
                <a:latin typeface="Aptos"/>
              </a:rPr>
              <a:t>US-01: </a:t>
            </a:r>
            <a:r>
              <a:rPr lang="en-US" b="1" dirty="0" err="1">
                <a:solidFill>
                  <a:srgbClr val="003A41"/>
                </a:solidFill>
                <a:latin typeface="Aptos"/>
              </a:rPr>
              <a:t>Eksploracja</a:t>
            </a:r>
            <a:r>
              <a:rPr lang="en-US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b="1" dirty="0" err="1">
                <a:solidFill>
                  <a:srgbClr val="003A41"/>
                </a:solidFill>
                <a:latin typeface="Aptos"/>
              </a:rPr>
              <a:t>kampusu</a:t>
            </a:r>
            <a:endParaRPr lang="en-US" b="1">
              <a:solidFill>
                <a:srgbClr val="FFFFFF"/>
              </a:solidFill>
              <a:latin typeface="Aptos Light"/>
            </a:endParaRPr>
          </a:p>
          <a:p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student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swobodnie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poruszać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się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po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lokacjach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inspirowanych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budynkami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Politechniki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Opolskiej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szukać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zadań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postaci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przedmiotów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sz="1200"/>
          </a:p>
          <a:p>
            <a:endParaRPr lang="en-US" sz="1200" dirty="0"/>
          </a:p>
          <a:p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Postacią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steruję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widoku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góry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2D.</a:t>
            </a:r>
            <a:endParaRPr lang="en-US" sz="1200" dirty="0"/>
          </a:p>
          <a:p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Mogę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przechodzić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między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co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najmniej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kilkoma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lokacjami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726D7-1B56-3B32-E9D8-2A37236F1583}"/>
              </a:ext>
            </a:extLst>
          </p:cNvPr>
          <p:cNvSpPr txBox="1"/>
          <p:nvPr/>
        </p:nvSpPr>
        <p:spPr>
          <a:xfrm>
            <a:off x="741122" y="4144026"/>
            <a:ext cx="1035484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3A41"/>
                </a:solidFill>
                <a:latin typeface="Aptos"/>
              </a:rPr>
              <a:t>US-02: </a:t>
            </a:r>
            <a:r>
              <a:rPr lang="en-US" b="1" dirty="0" err="1">
                <a:solidFill>
                  <a:srgbClr val="003A41"/>
                </a:solidFill>
                <a:latin typeface="Aptos"/>
              </a:rPr>
              <a:t>Urozmaicenie</a:t>
            </a:r>
            <a:r>
              <a:rPr lang="en-US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b="1" dirty="0" err="1">
                <a:solidFill>
                  <a:srgbClr val="003A41"/>
                </a:solidFill>
                <a:latin typeface="Aptos"/>
              </a:rPr>
              <a:t>przez</a:t>
            </a:r>
            <a:r>
              <a:rPr lang="en-US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b="1" dirty="0" err="1">
                <a:solidFill>
                  <a:srgbClr val="003A41"/>
                </a:solidFill>
                <a:latin typeface="Aptos"/>
              </a:rPr>
              <a:t>losowanie</a:t>
            </a:r>
            <a:endParaRPr lang="en-US" b="1"/>
          </a:p>
          <a:p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student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lokacje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ich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zawartość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były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losowo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generowane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lub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wybierane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przy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każdym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nowym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podejściu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rozgrywka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była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bardziej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zróżnicowana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mniej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przewidywalna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(element roguelike).</a:t>
            </a:r>
            <a:endParaRPr lang="en-US" sz="1200" dirty="0"/>
          </a:p>
          <a:p>
            <a:endParaRPr lang="en-US" dirty="0"/>
          </a:p>
          <a:p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sz="1200" dirty="0"/>
          </a:p>
          <a:p>
            <a:endParaRPr lang="en-US" dirty="0"/>
          </a:p>
          <a:p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Przy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każdym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nowym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podejściu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układ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lub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zawartość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co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najmniej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jednej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lokacji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jest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generowana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lub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wybierana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losowo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1200" dirty="0"/>
          </a:p>
          <a:p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Losowość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obejmuje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np.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rozmieszczenie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zadań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przedmiotów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lub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przeszkód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12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lokacjach</a:t>
            </a:r>
            <a:r>
              <a:rPr lang="en-US" sz="12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1200" dirty="0"/>
          </a:p>
          <a:p>
            <a:r>
              <a:rPr lang="en-US" sz="1200" dirty="0" err="1">
                <a:solidFill>
                  <a:srgbClr val="003A41"/>
                </a:solidFill>
                <a:latin typeface="Aptos"/>
              </a:rPr>
              <a:t>Dwa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kolejne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podejścia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tego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samego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gracza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mogą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się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różnić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pod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względem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napotkanych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lokacji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lub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1200" dirty="0" err="1">
                <a:solidFill>
                  <a:srgbClr val="003A41"/>
                </a:solidFill>
                <a:latin typeface="Aptos"/>
              </a:rPr>
              <a:t>zadań</a:t>
            </a:r>
            <a:r>
              <a:rPr lang="en-US" sz="1200" dirty="0">
                <a:solidFill>
                  <a:srgbClr val="003A41"/>
                </a:solidFill>
                <a:latin typeface="Aptos"/>
              </a:rPr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5AC87-8334-83A7-DFE7-64146C12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E2DD8F-5220-CE3B-A450-2FE03E15C8B5}"/>
              </a:ext>
            </a:extLst>
          </p:cNvPr>
          <p:cNvSpPr txBox="1"/>
          <p:nvPr/>
        </p:nvSpPr>
        <p:spPr>
          <a:xfrm>
            <a:off x="741123" y="438411"/>
            <a:ext cx="7724383" cy="32008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03A41"/>
                </a:solidFill>
                <a:latin typeface="Aptos"/>
              </a:rPr>
              <a:t>US-03: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Wykonywanie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zadań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i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zdobywanie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ECTS</a:t>
            </a:r>
            <a:endParaRPr lang="en-US" sz="2400" b="1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student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wykonywać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zadania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łamigłówki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związane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kierunkiem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studiów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zdobywać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punkty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ECTS.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Mogę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rozpocząć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zadanie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po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interakcji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postacią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lub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obiektem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ukończone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zadanie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otrzymuję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punkty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ECTS.</a:t>
            </a:r>
            <a:endParaRPr lang="en-US" sz="2000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Aktualną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liczbę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punktów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widzę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interfejsie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2000" dirty="0"/>
          </a:p>
          <a:p>
            <a:endParaRPr lang="en-US" dirty="0">
              <a:solidFill>
                <a:srgbClr val="003A41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8FEBD-E564-A2F6-FA50-D523B69FE9DF}"/>
              </a:ext>
            </a:extLst>
          </p:cNvPr>
          <p:cNvSpPr txBox="1"/>
          <p:nvPr/>
        </p:nvSpPr>
        <p:spPr>
          <a:xfrm>
            <a:off x="741122" y="3642985"/>
            <a:ext cx="7724383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03A41"/>
                </a:solidFill>
                <a:latin typeface="Aptos"/>
              </a:rPr>
              <a:t>US-04: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Przetrwanie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zjazdu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i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energia</a:t>
            </a:r>
            <a:endParaRPr lang="en-US" sz="2400" b="1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student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zarządzać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energią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(kawa,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energetyki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),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wytrzymać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do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końca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weekendowego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zjazdu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Energia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spada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wraz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czasem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wykonywanymi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działaniami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Napoje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jedzenie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przywracają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energię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</a:rPr>
              <a:t>Gdy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energia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spadnie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do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zera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podejście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się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kończy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.</a:t>
            </a:r>
            <a:endParaRPr lang="en-US" sz="2000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C4152107-26E1-F02B-C0F2-72C9C146E772}"/>
              </a:ext>
            </a:extLst>
          </p:cNvPr>
          <p:cNvSpPr>
            <a:spLocks noGrp="1"/>
          </p:cNvSpPr>
          <p:nvPr/>
        </p:nvSpPr>
        <p:spPr>
          <a:xfrm>
            <a:off x="634028" y="4775597"/>
            <a:ext cx="7538425" cy="144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u="sng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45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B6062-E199-D739-5FDA-A802C82CD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826B4E-8769-BA67-D08E-081A6070B1ED}"/>
              </a:ext>
            </a:extLst>
          </p:cNvPr>
          <p:cNvSpPr txBox="1"/>
          <p:nvPr/>
        </p:nvSpPr>
        <p:spPr>
          <a:xfrm>
            <a:off x="741123" y="438411"/>
            <a:ext cx="10709751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03A41"/>
                </a:solidFill>
                <a:latin typeface="Aptos"/>
              </a:rPr>
              <a:t>US-05: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Rozwój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postaci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w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trakcie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podejścia</a:t>
            </a:r>
            <a:endParaRPr lang="en-US" b="1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student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rozwijać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postać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umiejętności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wyposażenie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),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łatwiej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radzić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sobie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kolejnymi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etapami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zjazdu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Zdobyte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ulepszenia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działają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do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końca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bieżącego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podejścia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Ulepszenia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widzę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ekwipunku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lub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ekranie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postaci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rozpoczęciu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nowego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podejścia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stan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postaci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jest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resetowany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wyjątkiem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trwałych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ulepszeń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).</a:t>
            </a:r>
            <a:endParaRPr lang="en-US" dirty="0"/>
          </a:p>
          <a:p>
            <a:endParaRPr lang="en-US" dirty="0">
              <a:solidFill>
                <a:srgbClr val="003A41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97F6C5-C860-DDD6-8983-7C5F66EA7E4D}"/>
              </a:ext>
            </a:extLst>
          </p:cNvPr>
          <p:cNvSpPr txBox="1"/>
          <p:nvPr/>
        </p:nvSpPr>
        <p:spPr>
          <a:xfrm>
            <a:off x="741122" y="3580355"/>
            <a:ext cx="1038616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03A41"/>
                </a:solidFill>
                <a:latin typeface="Aptos"/>
              </a:rPr>
              <a:t>US-06: Ranking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graczy</a:t>
            </a:r>
            <a:endParaRPr lang="en-US" b="1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gracz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zobaczyć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swój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wynik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globalnym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rankingu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porównać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się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innymi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studentami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Wynik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końcowy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(np.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suma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ECTS)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trafia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do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rankingu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po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zakończeniu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podejścia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</a:rPr>
              <a:t>Mogę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przeglądać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listę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najlepszych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graczy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oraz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własną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pozycję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.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1B7BCEFB-A5D2-9630-3140-3CF3EAB51843}"/>
              </a:ext>
            </a:extLst>
          </p:cNvPr>
          <p:cNvSpPr>
            <a:spLocks noGrp="1"/>
          </p:cNvSpPr>
          <p:nvPr/>
        </p:nvSpPr>
        <p:spPr>
          <a:xfrm>
            <a:off x="634028" y="4775597"/>
            <a:ext cx="7538425" cy="144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u="sng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12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B7BF7-A400-36C1-D3FD-A3D086D9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3A89DB-CBE7-FD0C-1A96-FE013DEC7D6F}"/>
              </a:ext>
            </a:extLst>
          </p:cNvPr>
          <p:cNvSpPr txBox="1"/>
          <p:nvPr/>
        </p:nvSpPr>
        <p:spPr>
          <a:xfrm>
            <a:off x="741123" y="438411"/>
            <a:ext cx="7724383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03A41"/>
                </a:solidFill>
                <a:latin typeface="Aptos"/>
              </a:rPr>
              <a:t>US-07: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Tryb</a:t>
            </a:r>
            <a:r>
              <a:rPr lang="en-US" sz="2400" b="1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400" b="1" dirty="0" err="1">
                <a:solidFill>
                  <a:srgbClr val="003A41"/>
                </a:solidFill>
                <a:latin typeface="Aptos"/>
              </a:rPr>
              <a:t>treningowy</a:t>
            </a:r>
            <a:endParaRPr lang="en-US" b="1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gracz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mieć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dostęp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do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trybu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treningowego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bez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limitu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czasu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energii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oraz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bez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wpływu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ranking,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swobodnie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uczyć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się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mechanik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testować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strategie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</a:rPr>
              <a:t>W MENU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dostępna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jest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opcja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wyboru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trybu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treningowego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osobna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od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standardowej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rozgrywki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trybie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treningowym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obowiązuje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ograniczenie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energii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/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czasu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wymuszające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zakończenie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podejścia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Wynik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zdobyty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trybie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treningowym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jest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zapisywany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globalnym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rankingu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(US-06).</a:t>
            </a:r>
            <a:endParaRPr lang="en-US" dirty="0"/>
          </a:p>
          <a:p>
            <a:endParaRPr lang="en-US" dirty="0">
              <a:solidFill>
                <a:srgbClr val="003A41"/>
              </a:solidFill>
              <a:latin typeface="Aptos"/>
            </a:endParaRPr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2A3EB0B0-FA88-B0BD-2CAB-868346765991}"/>
              </a:ext>
            </a:extLst>
          </p:cNvPr>
          <p:cNvSpPr>
            <a:spLocks noGrp="1"/>
          </p:cNvSpPr>
          <p:nvPr/>
        </p:nvSpPr>
        <p:spPr>
          <a:xfrm>
            <a:off x="634028" y="4775597"/>
            <a:ext cx="7538425" cy="144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u="sng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16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028E-9F29-D928-77C7-FF11D7030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177F1B-6605-B99F-61D4-D18E0AA1E6E7}"/>
              </a:ext>
            </a:extLst>
          </p:cNvPr>
          <p:cNvSpPr txBox="1"/>
          <p:nvPr/>
        </p:nvSpPr>
        <p:spPr>
          <a:xfrm>
            <a:off x="741123" y="438411"/>
            <a:ext cx="10302656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3A41"/>
                </a:solidFill>
                <a:latin typeface="Aptos"/>
              </a:rPr>
              <a:t>US-08</a:t>
            </a:r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gracz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łatwy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sposób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uruchomić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rozpocząć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bez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niepotrzebnych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przeszkód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Istnieje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jeden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(1)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plik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wykonywalny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który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uruchamia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po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podwójnym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kliknięciu</a:t>
            </a:r>
            <a:endParaRPr lang="en-US" dirty="0" err="1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działa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Windows 11</a:t>
            </a:r>
            <a:endParaRPr lang="en-US" dirty="0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ma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żadnych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wymagań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systemowych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poza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podstawowymi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(system Windows,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podłączona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klawiatura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etc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).</a:t>
            </a:r>
            <a:endParaRPr lang="en-US" dirty="0"/>
          </a:p>
          <a:p>
            <a:endParaRPr lang="en-US" dirty="0">
              <a:solidFill>
                <a:srgbClr val="003A41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D28E-4F5E-DF73-FFDC-32B4341C293B}"/>
              </a:ext>
            </a:extLst>
          </p:cNvPr>
          <p:cNvSpPr txBox="1"/>
          <p:nvPr/>
        </p:nvSpPr>
        <p:spPr>
          <a:xfrm>
            <a:off x="741122" y="3883067"/>
            <a:ext cx="914399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3A41"/>
                </a:solidFill>
                <a:latin typeface="Aptos"/>
              </a:rPr>
              <a:t>US-09</a:t>
            </a:r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gracz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po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uruchomieniu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mieć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widok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MENU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mieć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możliwość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zapoznania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się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opcjami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przed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rozpoczęciem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uruchomieniu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wyświetlany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jest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widok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MENU.</a:t>
            </a:r>
            <a:endParaRPr lang="en-US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</a:rPr>
              <a:t>Przynajmniej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dwie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opcje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są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dostępne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: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uruchom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nową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oraz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zamknij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.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CCEBD713-70F9-E329-28D9-1E5B8D5E2482}"/>
              </a:ext>
            </a:extLst>
          </p:cNvPr>
          <p:cNvSpPr>
            <a:spLocks noGrp="1"/>
          </p:cNvSpPr>
          <p:nvPr/>
        </p:nvSpPr>
        <p:spPr>
          <a:xfrm>
            <a:off x="634028" y="4775597"/>
            <a:ext cx="7538425" cy="144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u="sng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55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0860-DDDB-41B8-EE73-99FFED4A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8A842A-A1AB-0295-773D-0541192D726F}"/>
              </a:ext>
            </a:extLst>
          </p:cNvPr>
          <p:cNvSpPr txBox="1"/>
          <p:nvPr/>
        </p:nvSpPr>
        <p:spPr>
          <a:xfrm>
            <a:off x="741123" y="438411"/>
            <a:ext cx="7724383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3A41"/>
                </a:solidFill>
                <a:latin typeface="Aptos"/>
              </a:rPr>
              <a:t>US-10</a:t>
            </a:r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gracz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móc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łatwy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sposób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zatrzymać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móc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przerwać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przyczyn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niezależnych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wybraniu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odpowiedniej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opcji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zostaje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zatrzymana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</a:t>
            </a:r>
            <a:endParaRPr lang="en-US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ekranie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pojawia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się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widok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"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Wznów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"</a:t>
            </a:r>
            <a:endParaRPr lang="en-US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widok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może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być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zintegrowany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z MENU;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wtedy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MENU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będzie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pokazywało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trzy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opcje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Wznów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Rozpocznij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nową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Zakończ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solidFill>
                <a:srgbClr val="003A41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5FADF-0028-2AB7-0932-BF4DE67C4270}"/>
              </a:ext>
            </a:extLst>
          </p:cNvPr>
          <p:cNvSpPr txBox="1"/>
          <p:nvPr/>
        </p:nvSpPr>
        <p:spPr>
          <a:xfrm>
            <a:off x="741122" y="3642985"/>
            <a:ext cx="1025046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3A41"/>
                </a:solidFill>
                <a:latin typeface="Aptos"/>
              </a:rPr>
              <a:t>US-11</a:t>
            </a:r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gracz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mieć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możliwość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zapisania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stanu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rozpocząć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od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zapisanego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momentu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</a:rPr>
              <a:t>istnieje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przycisk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lub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kombinacja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klawiszy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zapisująca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stan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,</a:t>
            </a:r>
            <a:endParaRPr lang="en-US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otwierając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następnym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razem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w MENU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pojawia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się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opcja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Wznów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zapisaną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grę</a:t>
            </a:r>
            <a:endParaRPr lang="en-US" dirty="0" err="1"/>
          </a:p>
          <a:p>
            <a:r>
              <a:rPr lang="en-US" sz="2000" dirty="0">
                <a:solidFill>
                  <a:srgbClr val="003A41"/>
                </a:solidFill>
                <a:latin typeface="Aptos"/>
              </a:rPr>
              <a:t>Jako minimum: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ostatni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stan jest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zapisywany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każdy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nowy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stan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nadpisuje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ostatni</a:t>
            </a:r>
            <a:r>
              <a:rPr lang="en-US" sz="2000" dirty="0">
                <a:solidFill>
                  <a:srgbClr val="003A41"/>
                </a:solidFill>
                <a:latin typeface="Aptos"/>
              </a:rPr>
              <a:t>.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B1BEFC45-2A50-36D5-565E-2132B96DFDBF}"/>
              </a:ext>
            </a:extLst>
          </p:cNvPr>
          <p:cNvSpPr>
            <a:spLocks noGrp="1"/>
          </p:cNvSpPr>
          <p:nvPr/>
        </p:nvSpPr>
        <p:spPr>
          <a:xfrm>
            <a:off x="634028" y="4775597"/>
            <a:ext cx="7538425" cy="144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u="sng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39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F078-F3CB-DEC0-0500-EBA76445A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F31C92-7545-04D3-317F-42A37A0BD108}"/>
              </a:ext>
            </a:extLst>
          </p:cNvPr>
          <p:cNvSpPr txBox="1"/>
          <p:nvPr/>
        </p:nvSpPr>
        <p:spPr>
          <a:xfrm>
            <a:off x="741123" y="438411"/>
            <a:ext cx="7724383" cy="34470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3A41"/>
                </a:solidFill>
                <a:latin typeface="Aptos"/>
              </a:rPr>
              <a:t>US-12</a:t>
            </a:r>
            <a:endParaRPr lang="en-US"/>
          </a:p>
          <a:p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wydawca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chcę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mieć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możliwość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</a:rPr>
              <a:t>wglądu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statystyki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graczy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aby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poznać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popularność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gry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zapisuje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lokalnie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plik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cache z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kumulatywnym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czasem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spędzonym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graniu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gra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zapisuje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szczegółowe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statystyki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ile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czasu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w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budynku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ile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czasu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na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zadaniach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etc.</a:t>
            </a:r>
            <a:endParaRPr lang="en-US" dirty="0"/>
          </a:p>
          <a:p>
            <a:endParaRPr lang="en-US" dirty="0">
              <a:solidFill>
                <a:srgbClr val="003A41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CD5B3E-3B72-B8DD-C5B5-653BB9B682B3}"/>
              </a:ext>
            </a:extLst>
          </p:cNvPr>
          <p:cNvSpPr txBox="1"/>
          <p:nvPr/>
        </p:nvSpPr>
        <p:spPr>
          <a:xfrm>
            <a:off x="741122" y="3642985"/>
            <a:ext cx="10250465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3A41"/>
                </a:solidFill>
                <a:latin typeface="Aptos"/>
              </a:rPr>
              <a:t>US-13</a:t>
            </a:r>
            <a:endParaRPr lang="en-US"/>
          </a:p>
          <a:p>
            <a:r>
              <a:rPr lang="en-US" sz="2000">
                <a:solidFill>
                  <a:srgbClr val="003A41"/>
                </a:solidFill>
                <a:latin typeface="Aptos"/>
                <a:ea typeface="+mn-lt"/>
                <a:cs typeface="+mn-lt"/>
              </a:rPr>
              <a:t>Jako Programistka gry chcę mieć możliwość analizy błędów w grze aby </a:t>
            </a:r>
            <a:r>
              <a:rPr lang="en-US" sz="2000">
                <a:solidFill>
                  <a:srgbClr val="003A41"/>
                </a:solidFill>
                <a:latin typeface="Aptos"/>
              </a:rPr>
              <a:t>móc</a:t>
            </a:r>
            <a:r>
              <a:rPr lang="en-US" sz="200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naprawiać bugi.</a:t>
            </a:r>
            <a:endParaRPr lang="en-US"/>
          </a:p>
          <a:p>
            <a:endParaRPr lang="en-US"/>
          </a:p>
          <a:p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Kryteria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03A41"/>
                </a:solidFill>
                <a:latin typeface="Aptos"/>
                <a:ea typeface="+mn-lt"/>
                <a:cs typeface="+mn-lt"/>
              </a:rPr>
              <a:t>akceptacji</a:t>
            </a:r>
            <a:r>
              <a:rPr lang="en-US" sz="2000" dirty="0">
                <a:solidFill>
                  <a:srgbClr val="003A41"/>
                </a:solidFill>
                <a:latin typeface="Aptos"/>
                <a:ea typeface="+mn-lt"/>
                <a:cs typeface="+mn-lt"/>
              </a:rPr>
              <a:t>:</a:t>
            </a:r>
            <a:endParaRPr lang="en-US" dirty="0"/>
          </a:p>
          <a:p>
            <a:endParaRPr lang="en-US"/>
          </a:p>
          <a:p>
            <a:r>
              <a:rPr lang="en-US" sz="2000">
                <a:solidFill>
                  <a:srgbClr val="003A41"/>
                </a:solidFill>
                <a:latin typeface="Aptos"/>
              </a:rPr>
              <a:t>przy wystąpieniu nieoczekiwanego błędu</a:t>
            </a:r>
            <a:r>
              <a:rPr lang="en-US" sz="2000">
                <a:solidFill>
                  <a:srgbClr val="003A41"/>
                </a:solidFill>
                <a:latin typeface="Aptos"/>
                <a:ea typeface="+mn-lt"/>
                <a:cs typeface="+mn-lt"/>
              </a:rPr>
              <a:t>, aplikacja zapisuje informacje na temat błędu do pliku diagnostycznego w </a:t>
            </a:r>
            <a:r>
              <a:rPr lang="en-US" sz="2000">
                <a:solidFill>
                  <a:srgbClr val="003A41"/>
                </a:solidFill>
                <a:latin typeface="Aptos"/>
              </a:rPr>
              <a:t>folderze cache.</a:t>
            </a:r>
            <a:endParaRPr lang="en-US"/>
          </a:p>
          <a:p>
            <a:r>
              <a:rPr lang="en-US" sz="2000">
                <a:solidFill>
                  <a:srgbClr val="003A41"/>
                </a:solidFill>
                <a:latin typeface="Aptos"/>
              </a:rPr>
              <a:t>informacja diagnostyczna zawiera stos wywołania oraz komunikat błędu.</a:t>
            </a:r>
            <a:endParaRPr lang="en-US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9B2901AB-F720-E314-5A1D-5E9622B543CE}"/>
              </a:ext>
            </a:extLst>
          </p:cNvPr>
          <p:cNvSpPr>
            <a:spLocks noGrp="1"/>
          </p:cNvSpPr>
          <p:nvPr/>
        </p:nvSpPr>
        <p:spPr>
          <a:xfrm>
            <a:off x="634028" y="4775597"/>
            <a:ext cx="7538425" cy="14474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u="sng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6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15B29-4E45-6F70-804F-B315516D2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642" y="491412"/>
            <a:ext cx="10593176" cy="1691943"/>
          </a:xfrm>
        </p:spPr>
        <p:txBody>
          <a:bodyPr/>
          <a:lstStyle/>
          <a:p>
            <a:r>
              <a:rPr lang="en-US" dirty="0" err="1"/>
              <a:t>Propozycja</a:t>
            </a:r>
            <a:r>
              <a:rPr lang="en-US" dirty="0"/>
              <a:t> </a:t>
            </a:r>
            <a:r>
              <a:rPr lang="en-US" dirty="0" err="1"/>
              <a:t>interfejsu</a:t>
            </a:r>
            <a:r>
              <a:rPr lang="en-US" dirty="0"/>
              <a:t> </a:t>
            </a:r>
            <a:r>
              <a:rPr lang="en-US" dirty="0" err="1"/>
              <a:t>aplikacji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A329FC-70A7-55DF-423E-125644CF2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123" y="1878903"/>
            <a:ext cx="7108521" cy="399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9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6960-6EB7-5543-D7E2-21C56C33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312783"/>
            <a:ext cx="10923935" cy="1127760"/>
          </a:xfrm>
        </p:spPr>
        <p:txBody>
          <a:bodyPr/>
          <a:lstStyle/>
          <a:p>
            <a:r>
              <a:rPr lang="en-US"/>
              <a:t>Product backlog, Taski SPRINT 1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68657C0-C197-A2A7-D920-9F65184176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0002506"/>
              </p:ext>
            </p:extLst>
          </p:nvPr>
        </p:nvGraphicFramePr>
        <p:xfrm>
          <a:off x="633413" y="2495550"/>
          <a:ext cx="10925178" cy="37020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67596">
                  <a:extLst>
                    <a:ext uri="{9D8B030D-6E8A-4147-A177-3AD203B41FA5}">
                      <a16:colId xmlns:a16="http://schemas.microsoft.com/office/drawing/2014/main" val="1015653664"/>
                    </a:ext>
                  </a:extLst>
                </a:gridCol>
                <a:gridCol w="4228791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4228791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9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>
                          <a:solidFill>
                            <a:schemeClr val="tx1"/>
                          </a:solidFill>
                        </a:rPr>
                        <a:t>Task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 dirty="0" err="1">
                          <a:solidFill>
                            <a:schemeClr val="tx1"/>
                          </a:solidFill>
                        </a:rPr>
                        <a:t>Poziom</a:t>
                      </a:r>
                      <a:r>
                        <a:rPr lang="en-US" sz="1600" b="1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1" u="none" dirty="0" err="1">
                          <a:solidFill>
                            <a:schemeClr val="tx1"/>
                          </a:solidFill>
                        </a:rPr>
                        <a:t>Trudności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 dirty="0" err="1">
                          <a:solidFill>
                            <a:schemeClr val="tx1"/>
                          </a:solidFill>
                        </a:rPr>
                        <a:t>Uzasadnienie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9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Inicjalizacja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gry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z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pustym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światem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2D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Uruchomienie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Unity,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zapoznanie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się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z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podstawowymi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funkcjami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programu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  <a:tr h="92551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Stworzenie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postaci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-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mechanika</a:t>
                      </a:r>
                      <a:endParaRPr lang="en-US" sz="1600" b="0" i="0" u="none" strike="noStrike" noProof="0" dirty="0" err="1">
                        <a:solidFill>
                          <a:srgbClr val="FFFFFF"/>
                        </a:solidFill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Proste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zakodowanie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klawiszy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ruchu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aby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poruszać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postacią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537045"/>
                  </a:ext>
                </a:extLst>
              </a:tr>
              <a:tr h="9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Stworzenie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postaci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–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grafika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I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animacje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Proste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lecz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czasochłonne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zadanie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.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Postać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to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wizytówka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gry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,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więc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powinna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być</a:t>
                      </a:r>
                      <a:r>
                        <a:rPr lang="en-US" sz="1600" b="0" i="0" u="none" strike="noStrike" noProof="0" dirty="0">
                          <a:solidFill>
                            <a:schemeClr val="tx1"/>
                          </a:solidFill>
                          <a:latin typeface="Aptos Ligh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chemeClr val="tx1"/>
                          </a:solidFill>
                          <a:latin typeface="Aptos Light"/>
                        </a:rPr>
                        <a:t>dopracowana</a:t>
                      </a:r>
                      <a:endParaRPr lang="en-US" sz="1600" b="0" i="0" u="none" strike="noStrike" noProof="0" dirty="0" err="1">
                        <a:solidFill>
                          <a:srgbClr val="FFFFFF"/>
                        </a:solidFill>
                        <a:latin typeface="Aptos Light"/>
                      </a:endParaRPr>
                    </a:p>
                    <a:p>
                      <a:pPr lvl="0">
                        <a:buNone/>
                      </a:pP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26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82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924A0726-B9B1-5746-4546-FBD76F995E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319356"/>
              </p:ext>
            </p:extLst>
          </p:nvPr>
        </p:nvGraphicFramePr>
        <p:xfrm>
          <a:off x="633413" y="637523"/>
          <a:ext cx="10925178" cy="37020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67596">
                  <a:extLst>
                    <a:ext uri="{9D8B030D-6E8A-4147-A177-3AD203B41FA5}">
                      <a16:colId xmlns:a16="http://schemas.microsoft.com/office/drawing/2014/main" val="1015653664"/>
                    </a:ext>
                  </a:extLst>
                </a:gridCol>
                <a:gridCol w="4228791">
                  <a:extLst>
                    <a:ext uri="{9D8B030D-6E8A-4147-A177-3AD203B41FA5}">
                      <a16:colId xmlns:a16="http://schemas.microsoft.com/office/drawing/2014/main" val="642826378"/>
                    </a:ext>
                  </a:extLst>
                </a:gridCol>
                <a:gridCol w="4228791">
                  <a:extLst>
                    <a:ext uri="{9D8B030D-6E8A-4147-A177-3AD203B41FA5}">
                      <a16:colId xmlns:a16="http://schemas.microsoft.com/office/drawing/2014/main" val="94216053"/>
                    </a:ext>
                  </a:extLst>
                </a:gridCol>
              </a:tblGrid>
              <a:tr h="9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>
                          <a:solidFill>
                            <a:srgbClr val="003A41"/>
                          </a:solidFill>
                          <a:latin typeface="Aptos"/>
                        </a:rPr>
                        <a:t>Task</a:t>
                      </a:r>
                      <a:endParaRPr lang="en-US" b="1">
                        <a:solidFill>
                          <a:srgbClr val="003A41"/>
                        </a:solidFill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 dirty="0" err="1">
                          <a:solidFill>
                            <a:srgbClr val="003A41"/>
                          </a:solidFill>
                          <a:latin typeface="Aptos"/>
                        </a:rPr>
                        <a:t>Poziom</a:t>
                      </a:r>
                      <a:r>
                        <a:rPr lang="en-US" sz="1600" b="1" u="none" dirty="0">
                          <a:solidFill>
                            <a:srgbClr val="003A41"/>
                          </a:solidFill>
                          <a:latin typeface="Aptos"/>
                        </a:rPr>
                        <a:t> </a:t>
                      </a:r>
                      <a:r>
                        <a:rPr lang="en-US" sz="1600" b="1" u="none" dirty="0" err="1">
                          <a:solidFill>
                            <a:srgbClr val="003A41"/>
                          </a:solidFill>
                          <a:latin typeface="Aptos"/>
                        </a:rPr>
                        <a:t>Trudności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u="none" dirty="0" err="1">
                          <a:solidFill>
                            <a:srgbClr val="003A41"/>
                          </a:solidFill>
                          <a:latin typeface="Aptos"/>
                        </a:rPr>
                        <a:t>Uzasadnienie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52336"/>
                  </a:ext>
                </a:extLst>
              </a:tr>
              <a:tr h="9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>
                          <a:latin typeface="Aptos"/>
                        </a:rPr>
                        <a:t>Kafelki</a:t>
                      </a:r>
                      <a:r>
                        <a:rPr lang="en-US" dirty="0">
                          <a:latin typeface="Aptos"/>
                        </a:rPr>
                        <a:t> do </a:t>
                      </a:r>
                      <a:r>
                        <a:rPr lang="en-US" dirty="0" err="1">
                          <a:latin typeface="Aptos"/>
                        </a:rPr>
                        <a:t>mapy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pto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/>
                        </a:rPr>
                        <a:t>Nieco </a:t>
                      </a:r>
                      <a:r>
                        <a:rPr lang="en-US" dirty="0" err="1">
                          <a:latin typeface="Aptos"/>
                        </a:rPr>
                        <a:t>czasochłonne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zdanie</a:t>
                      </a:r>
                      <a:r>
                        <a:rPr lang="en-US" dirty="0">
                          <a:latin typeface="Aptos"/>
                        </a:rPr>
                        <a:t>, </a:t>
                      </a:r>
                      <a:r>
                        <a:rPr lang="en-US" dirty="0" err="1">
                          <a:latin typeface="Aptos"/>
                        </a:rPr>
                        <a:t>trzeba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zadbać</a:t>
                      </a:r>
                      <a:r>
                        <a:rPr lang="en-US" dirty="0">
                          <a:latin typeface="Aptos"/>
                        </a:rPr>
                        <a:t> o </a:t>
                      </a:r>
                      <a:r>
                        <a:rPr lang="en-US" dirty="0" err="1">
                          <a:latin typeface="Aptos"/>
                        </a:rPr>
                        <a:t>spójność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graficzną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066008"/>
                  </a:ext>
                </a:extLst>
              </a:tr>
              <a:tr h="9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Aptos"/>
                        </a:rPr>
                        <a:t>Stworzenie </a:t>
                      </a:r>
                      <a:r>
                        <a:rPr lang="en-US" dirty="0" err="1">
                          <a:latin typeface="Aptos"/>
                        </a:rPr>
                        <a:t>szkieletu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kampusu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pto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ptos"/>
                        </a:rPr>
                        <a:t>Zadanie </a:t>
                      </a:r>
                      <a:r>
                        <a:rPr lang="en-US" dirty="0" err="1">
                          <a:latin typeface="Aptos"/>
                        </a:rPr>
                        <a:t>na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kilkanaście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godzin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pracy</a:t>
                      </a:r>
                      <a:r>
                        <a:rPr lang="en-US" dirty="0">
                          <a:latin typeface="Aptos"/>
                        </a:rPr>
                        <a:t>, aby </a:t>
                      </a:r>
                      <a:r>
                        <a:rPr lang="en-US" dirty="0" err="1">
                          <a:latin typeface="Aptos"/>
                        </a:rPr>
                        <a:t>wiernie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odwzorować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mapę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kampusu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537045"/>
                  </a:ext>
                </a:extLst>
              </a:tr>
              <a:tr h="9255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>
                          <a:latin typeface="Aptos"/>
                        </a:rPr>
                        <a:t>Pierwszy</a:t>
                      </a:r>
                      <a:r>
                        <a:rPr lang="en-US" dirty="0">
                          <a:latin typeface="Aptos"/>
                        </a:rPr>
                        <a:t> quest</a:t>
                      </a:r>
                      <a:endParaRPr lang="en-US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Apto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Aptos"/>
                        </a:rPr>
                        <a:t>Napisanie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pierwszego</a:t>
                      </a:r>
                      <a:r>
                        <a:rPr lang="en-US" dirty="0">
                          <a:latin typeface="Aptos"/>
                        </a:rPr>
                        <a:t>, </a:t>
                      </a:r>
                      <a:r>
                        <a:rPr lang="en-US" dirty="0" err="1">
                          <a:latin typeface="Aptos"/>
                        </a:rPr>
                        <a:t>prostego</a:t>
                      </a:r>
                      <a:r>
                        <a:rPr lang="en-US" dirty="0">
                          <a:latin typeface="Aptos"/>
                        </a:rPr>
                        <a:t> </a:t>
                      </a:r>
                      <a:r>
                        <a:rPr lang="en-US" dirty="0" err="1">
                          <a:latin typeface="Aptos"/>
                        </a:rPr>
                        <a:t>questa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26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theme/theme1.xml><?xml version="1.0" encoding="utf-8"?>
<a:theme xmlns:a="http://schemas.openxmlformats.org/drawingml/2006/main" name="BoldUnderlinesKeynote">
  <a:themeElements>
    <a:clrScheme name="NB - Keynote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003A41"/>
      </a:accent1>
      <a:accent2>
        <a:srgbClr val="ECEBE3"/>
      </a:accent2>
      <a:accent3>
        <a:srgbClr val="400023"/>
      </a:accent3>
      <a:accent4>
        <a:srgbClr val="68989E"/>
      </a:accent4>
      <a:accent5>
        <a:srgbClr val="BFB360"/>
      </a:accent5>
      <a:accent6>
        <a:srgbClr val="BF6093"/>
      </a:accent6>
      <a:hlink>
        <a:srgbClr val="169C9A"/>
      </a:hlink>
      <a:folHlink>
        <a:srgbClr val="E15C3D"/>
      </a:folHlink>
    </a:clrScheme>
    <a:fontScheme name="Custom 9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underlines keynote presentation _win32_DN_v2" id="{E18D5B16-117C-46FD-8B97-39D77F728B32}" vid="{93298573-99F9-4CB3-90C8-DB41313B57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236</Words>
  <Application>Microsoft Office PowerPoint</Application>
  <PresentationFormat>Widescreen</PresentationFormat>
  <Paragraphs>37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BoldUnderlinesKeynote</vt:lpstr>
      <vt:lpstr>Gra komputerowa The zjazd</vt:lpstr>
      <vt:lpstr>Logo apllikacji</vt:lpstr>
      <vt:lpstr>User Stories – The Zjazd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Propozycja interfejsu aplikacji</vt:lpstr>
      <vt:lpstr>Product backlog, Taski SPRINT 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185</cp:revision>
  <dcterms:created xsi:type="dcterms:W3CDTF">2026-10-23T19:55:25Z</dcterms:created>
  <dcterms:modified xsi:type="dcterms:W3CDTF">2026-10-23T21:40:18Z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